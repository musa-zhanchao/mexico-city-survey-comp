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35"/>
  </p:normalViewPr>
  <p:slideViewPr>
    <p:cSldViewPr snapToGrid="0">
      <p:cViewPr varScale="1">
        <p:scale>
          <a:sx n="104" d="100"/>
          <a:sy n="104" d="100"/>
        </p:scale>
        <p:origin x="232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10/26/25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357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10/26/25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221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10/26/25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515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10/26/25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174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10/26/25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100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10/26/25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025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10/26/25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236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10/26/25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923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10/26/25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663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10/26/25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572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10/26/25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502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10/26/25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947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72" r:id="rId6"/>
    <p:sldLayoutId id="2147483667" r:id="rId7"/>
    <p:sldLayoutId id="2147483668" r:id="rId8"/>
    <p:sldLayoutId id="2147483669" r:id="rId9"/>
    <p:sldLayoutId id="2147483671" r:id="rId10"/>
    <p:sldLayoutId id="214748367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A875D55-4A80-43E9-38F6-27E366493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olorfully painted houses">
            <a:extLst>
              <a:ext uri="{FF2B5EF4-FFF2-40B4-BE49-F238E27FC236}">
                <a16:creationId xmlns:a16="http://schemas.microsoft.com/office/drawing/2014/main" id="{C2227AB5-3DC0-BC7E-3838-66A4C67B6DD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10311" b="5419"/>
          <a:stretch>
            <a:fillRect/>
          </a:stretch>
        </p:blipFill>
        <p:spPr>
          <a:xfrm>
            <a:off x="1" y="1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DA3474-7CC8-D6AE-FD2F-A213AF16E8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482602"/>
            <a:ext cx="7588155" cy="2236264"/>
          </a:xfrm>
        </p:spPr>
        <p:txBody>
          <a:bodyPr>
            <a:normAutofit/>
          </a:bodyPr>
          <a:lstStyle/>
          <a:p>
            <a:r>
              <a:rPr lang="en-US" sz="5400">
                <a:solidFill>
                  <a:srgbClr val="FFFFFF"/>
                </a:solidFill>
              </a:rPr>
              <a:t>Mexico City HHTS Summary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E1C75B-8C4F-AB6E-23B8-C0F1322BFC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793937"/>
            <a:ext cx="7588155" cy="1414091"/>
          </a:xfrm>
        </p:spPr>
        <p:txBody>
          <a:bodyPr>
            <a:normAutofit/>
          </a:bodyPr>
          <a:lstStyle/>
          <a:p>
            <a:endParaRPr lang="en-US" sz="2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15002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E7E4C-4B4F-114B-E5BA-70D286603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City to City trips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76110-7286-128D-E13B-EB860583D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2007:  124417 trips</a:t>
            </a:r>
          </a:p>
          <a:p>
            <a:r>
              <a:rPr lang="en-US" dirty="0"/>
              <a:t>2017: 99577 trips (excluding walking); 141775 trips (with walking)</a:t>
            </a:r>
          </a:p>
        </p:txBody>
      </p:sp>
    </p:spTree>
    <p:extLst>
      <p:ext uri="{BB962C8B-B14F-4D97-AF65-F5344CB8AC3E}">
        <p14:creationId xmlns:p14="http://schemas.microsoft.com/office/powerpoint/2010/main" val="2652045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F3E6F82-836B-858F-ADED-19E9A71A0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FFB22C-471A-7525-0E68-0580C0EA2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9740" y="454924"/>
            <a:ext cx="8732520" cy="90525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400"/>
              <a:t>Single mode trips share </a:t>
            </a:r>
          </a:p>
        </p:txBody>
      </p:sp>
      <p:pic>
        <p:nvPicPr>
          <p:cNvPr id="5" name="Content Placeholder 4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38592C70-C21D-B752-D34F-F7671D31C7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24383" y="2308584"/>
            <a:ext cx="5567617" cy="3312731"/>
          </a:xfrm>
          <a:prstGeom prst="rect">
            <a:avLst/>
          </a:prstGeom>
        </p:spPr>
      </p:pic>
      <p:pic>
        <p:nvPicPr>
          <p:cNvPr id="7" name="Picture 6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2759E5C5-9077-8050-7958-680C50515D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330" y="2274011"/>
            <a:ext cx="5625723" cy="3347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328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F3E6F82-836B-858F-ADED-19E9A71A0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EB9B4A-CE13-5702-4F21-14C9E7DC8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9740" y="454924"/>
            <a:ext cx="8732520" cy="90525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400"/>
              <a:t>Bus vs High Capacities</a:t>
            </a:r>
          </a:p>
        </p:txBody>
      </p:sp>
      <p:pic>
        <p:nvPicPr>
          <p:cNvPr id="5" name="Content Placeholder 4" descr="A graph showing different colored squares&#10;&#10;AI-generated content may be incorrect.">
            <a:extLst>
              <a:ext uri="{FF2B5EF4-FFF2-40B4-BE49-F238E27FC236}">
                <a16:creationId xmlns:a16="http://schemas.microsoft.com/office/drawing/2014/main" id="{79DCFC13-4DF8-BA24-E2B4-55A8D6E606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1740" y="2362952"/>
            <a:ext cx="5567617" cy="3312731"/>
          </a:xfrm>
          <a:prstGeom prst="rect">
            <a:avLst/>
          </a:prstGeom>
        </p:spPr>
      </p:pic>
      <p:pic>
        <p:nvPicPr>
          <p:cNvPr id="7" name="Picture 6" descr="A graph showing different colored squares&#10;&#10;AI-generated content may be incorrect.">
            <a:extLst>
              <a:ext uri="{FF2B5EF4-FFF2-40B4-BE49-F238E27FC236}">
                <a16:creationId xmlns:a16="http://schemas.microsoft.com/office/drawing/2014/main" id="{A995AE09-7E45-3CB6-AD6F-6710C888A2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024" y="2362952"/>
            <a:ext cx="5625723" cy="3347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530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291D4-0619-A1D1-01F8-477420385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Suburb to Suburb trips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5053A-8928-75E2-EBD5-8593D8A19B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2007: 81671 trips</a:t>
            </a:r>
          </a:p>
          <a:p>
            <a:r>
              <a:rPr lang="en-US" dirty="0"/>
              <a:t>2017: 79380 trips (excluding walking); 143520 trips</a:t>
            </a:r>
          </a:p>
        </p:txBody>
      </p:sp>
    </p:spTree>
    <p:extLst>
      <p:ext uri="{BB962C8B-B14F-4D97-AF65-F5344CB8AC3E}">
        <p14:creationId xmlns:p14="http://schemas.microsoft.com/office/powerpoint/2010/main" val="31751637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F3E6F82-836B-858F-ADED-19E9A71A0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0AE9D0-21D5-2056-6140-0A389E473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9740" y="454924"/>
            <a:ext cx="8732520" cy="90525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400"/>
              <a:t>Single Mode share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C759F67-F617-9774-B6BA-7BAE6A460C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30626" y="2227028"/>
            <a:ext cx="5567617" cy="33127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6F1DAC0-B49A-D950-6ABB-C2C474A4E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146" y="2270468"/>
            <a:ext cx="5625723" cy="3347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165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5A92A98-187D-1D81-86FD-8D40CC69B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5C8B12-A8CF-5291-5C44-27E0FB8BD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940" y="473829"/>
            <a:ext cx="11294162" cy="117025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/>
              <a:t>Bus vs High Capacities</a:t>
            </a:r>
          </a:p>
        </p:txBody>
      </p:sp>
      <p:pic>
        <p:nvPicPr>
          <p:cNvPr id="11" name="Content Placeholder 10" descr="A graph with different colored bars&#10;&#10;AI-generated content may be incorrect.">
            <a:extLst>
              <a:ext uri="{FF2B5EF4-FFF2-40B4-BE49-F238E27FC236}">
                <a16:creationId xmlns:a16="http://schemas.microsoft.com/office/drawing/2014/main" id="{4D75B15B-6CCA-9AA1-8E47-5C3DE656C3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11827" y="1983143"/>
            <a:ext cx="5559552" cy="3307933"/>
          </a:xfrm>
          <a:prstGeom prst="rect">
            <a:avLst/>
          </a:prstGeom>
        </p:spPr>
      </p:pic>
      <p:pic>
        <p:nvPicPr>
          <p:cNvPr id="7" name="Picture 6" descr="A graph with different colored squares&#10;&#10;AI-generated content may be incorrect.">
            <a:extLst>
              <a:ext uri="{FF2B5EF4-FFF2-40B4-BE49-F238E27FC236}">
                <a16:creationId xmlns:a16="http://schemas.microsoft.com/office/drawing/2014/main" id="{A93B43F0-4219-5EDE-674A-37A52A9B1F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38" y="1983142"/>
            <a:ext cx="5559552" cy="3307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701706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59</Words>
  <Application>Microsoft Macintosh PowerPoint</Application>
  <PresentationFormat>Widescreen</PresentationFormat>
  <Paragraphs>11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Neue Haas Grotesk Text Pro</vt:lpstr>
      <vt:lpstr>VanillaVTI</vt:lpstr>
      <vt:lpstr>Mexico City HHTS Summary</vt:lpstr>
      <vt:lpstr>City to City trips</vt:lpstr>
      <vt:lpstr>Single mode trips share </vt:lpstr>
      <vt:lpstr>Bus vs High Capacities</vt:lpstr>
      <vt:lpstr>Suburb to Suburb trips</vt:lpstr>
      <vt:lpstr>Single Mode share</vt:lpstr>
      <vt:lpstr>Bus vs High Capacities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Zhanchao Yang</dc:creator>
  <cp:lastModifiedBy>Zhanchao Yang</cp:lastModifiedBy>
  <cp:revision>2</cp:revision>
  <dcterms:created xsi:type="dcterms:W3CDTF">2025-10-26T17:14:16Z</dcterms:created>
  <dcterms:modified xsi:type="dcterms:W3CDTF">2025-10-26T17:23:12Z</dcterms:modified>
</cp:coreProperties>
</file>